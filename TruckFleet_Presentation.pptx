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920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TruckFleet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FF"/>
                </a:solidFill>
              </a:rPr>
              <a:t>Chemical Transport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Stakeholder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10896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A web-based platform that unifies fleet operations,
hazardous cargo compliance, and real-time driver
coordination — in one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B4C8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Chemical transport operations are fragmented and error-prone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50292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8229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Compliance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No centralised cert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Manual hazard-class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Missed HOS violations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566160" cy="50292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566160" cy="8229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</a:rPr>
              <a:t>Visibility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Dispatchers can't see trucks in real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No ETA alerts or offline warnings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Phone calls for status updates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566160" cy="50292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566160" cy="82296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5DD4"/>
                </a:solidFill>
              </a:rPr>
              <a:t>Paper-Heavy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Pre/post-trip forms on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060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Proof of delivery lost or delayed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SDS/MSDS documents not linked to trips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TruckFleet — one platform for everyone in the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</a:rPr>
              <a:t>TruckFleet is a role-aware web application that gives every stakeholder the exact tools they need — admins manage the fleet, dispatchers coordinate trips, and drivers execute deliveries — all with built-in compliance safeguards.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566160" cy="41148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65DD4"/>
                </a:solidFill>
              </a:rPr>
              <a:t>👤 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Manage trucks &amp;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Define chemical load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Enforce certification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377440"/>
            <a:ext cx="3566160" cy="41148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</a:rPr>
              <a:t>📋  Dispatcher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Create &amp; assign trips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Real-time fleet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Alert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566160" cy="41148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923C"/>
                </a:solidFill>
              </a:rPr>
              <a:t>🚛 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Mobile-first PWA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Trip details &amp;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Status updates &amp; messaging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Everything needed to run a compliant chemical fleet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43200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5DD4"/>
                </a:solidFill>
              </a:rPr>
              <a:t>Fleet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Add, edit, and deactivate trucks with vehicle-type classification.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43200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65DD4"/>
                </a:solidFill>
              </a:rPr>
              <a:t>Driver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Track certifications (HazMat, TWIC, etc.) and license details.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7432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Chemical Load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Define loads with UN numbers, hazard classes, and cert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7432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Smart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659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Auto-filters eligible drivers and trucks for each chemical 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274320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Real-Time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Live GPS map (Leaflet / OpenStreetMap) with offline alerts.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79476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794760"/>
            <a:ext cx="274320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Mobile Driver PWA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3434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Install-to-home-screen web app; no app store needed.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94760"/>
            <a:ext cx="2743200" cy="6400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Digital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434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Pre/post-trip checklists, HOS logging, signature-based POD.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794760"/>
            <a:ext cx="2743200" cy="210312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794760"/>
            <a:ext cx="2743200" cy="64008"/>
          </a:xfrm>
          <a:prstGeom prst="rect">
            <a:avLst/>
          </a:prstGeom>
          <a:solidFill>
            <a:srgbClr val="6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9CFF"/>
                </a:solidFill>
              </a:rPr>
              <a:t>Messaging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3434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Per-trip dispatcher ↔ driver thread; no external tools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A trip from creation to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463040"/>
            <a:ext cx="731520" cy="731520"/>
          </a:xfrm>
          <a:prstGeom prst="ellipse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65DD4"/>
                </a:solidFill>
              </a:rPr>
              <a:t>Define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8"/>
                </a:solidFill>
              </a:rPr>
              <a:t>Admin adds chemical with hazard class, UN number, cert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4C8"/>
                </a:solidFill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98648" y="1463040"/>
            <a:ext cx="731520" cy="7315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</a:rPr>
              <a:t>Schedule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8"/>
                </a:solidFill>
              </a:rPr>
              <a:t>Dispatcher picks load → system filters certified drivers &amp; eligible trucks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4C8"/>
                </a:solidFill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928616" y="1463040"/>
            <a:ext cx="731520" cy="7315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923C"/>
                </a:solidFill>
              </a:rPr>
              <a:t>Driver Notified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8"/>
                </a:solidFill>
              </a:rPr>
              <a:t>Driver receives assignment in mobile app with load details &amp; 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4C8"/>
                </a:solidFill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6958583" y="1463040"/>
            <a:ext cx="731520" cy="731520"/>
          </a:xfrm>
          <a:prstGeom prst="ellipse">
            <a:avLst/>
          </a:prstGeom>
          <a:solidFill>
            <a:srgbClr val="6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3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9CFF"/>
                </a:solidFill>
              </a:rPr>
              <a:t>Live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8"/>
                </a:solidFill>
              </a:rPr>
              <a:t>GPS pings sent every 30 s → dispatcher sees live map with 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4C8"/>
                </a:solidFill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8988552" y="14630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2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Proof of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8"/>
                </a:solidFill>
              </a:rPr>
              <a:t>Driver captures signature + photo → trip marked delivered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1600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B4C8"/>
                </a:solidFill>
              </a:rP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1018520" y="1463040"/>
            <a:ext cx="731520" cy="731520"/>
          </a:xfrm>
          <a:prstGeom prst="ellipse">
            <a:avLst/>
          </a:prstGeom>
          <a:solidFill>
            <a:srgbClr val="A8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18520" y="1463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B4C8"/>
                </a:solidFill>
              </a:rPr>
              <a:t>Compliance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7889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B4C8"/>
                </a:solidFill>
              </a:rPr>
              <a:t>Full audit trail: inspections, HOS, docs — visible to dispatcher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Modern web stack — secure, scalable, zero-cost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566160" cy="5029200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66160" cy="82296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5DD4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Next.js 16 (React 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Tailwind CSS + shadcn/ui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PWA (driver mobile)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Leaflet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566160" cy="5029200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566160" cy="822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Backend /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Next.js App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BetterAuth (OAuth + Email)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Drizzle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SSE real-time stream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566160" cy="5029200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566160" cy="8229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</a:rP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Vercel Blob (files)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Drizzle 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Audit-ready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B4C8"/>
                </a:solidFill>
              </a:rPr>
              <a:t>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B4C8"/>
                </a:solidFill>
              </a:rPr>
              <a:t>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Quantifiable impact on operations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150876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Reduced Compliance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</a:rPr>
              <a:t>Automated cert checks prevent uncertified drivers from being assigned to hazardous loads.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577840" cy="150876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73152" cy="1508760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270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65DD4"/>
                </a:solidFill>
              </a:rPr>
              <a:t>Faster Dispatch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</a:rPr>
              <a:t>Smart filtering cuts trip-creation time; no manual cross-referencing of spreadsheets.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577840" cy="150876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73152" cy="15087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64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Real-Time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</a:rPr>
              <a:t>Dispatchers see every truck's location and status without phone calls.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54680"/>
            <a:ext cx="5577840" cy="150876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154680"/>
            <a:ext cx="73152" cy="1508760"/>
          </a:xfrm>
          <a:prstGeom prst="rect">
            <a:avLst/>
          </a:prstGeom>
          <a:solidFill>
            <a:srgbClr val="6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64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9CFF"/>
                </a:solidFill>
              </a:rPr>
              <a:t>Paperless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576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</a:rPr>
              <a:t>Digital checklists, e-signatures, and auto-linked docs eliminate paperwork delays.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40"/>
            <a:ext cx="5577840" cy="150876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73152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01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Driver Productivity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59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</a:rPr>
              <a:t>Mobile PWA means drivers access everything on their phone — no laptop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92040"/>
            <a:ext cx="5577840" cy="150876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892040"/>
            <a:ext cx="73152" cy="15087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001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</a:rPr>
              <a:t>Audit-Ready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394959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</a:rPr>
              <a:t>Every inspection, HOS log, and delivery signature is stored and searchable.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B4C8"/>
                </a:solidFill>
              </a:rPr>
              <a:t>Phased delivery — each phase delivers usable functionality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749808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82296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90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90472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Auth, DB schema, role-based routing, seeded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49047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✅ Complete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67712"/>
            <a:ext cx="11247120" cy="749808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67712"/>
            <a:ext cx="82296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408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3408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Fleet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40864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Truck &amp; driver CRUD, chemical load library, cert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34086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✅ Complete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18104"/>
            <a:ext cx="11247120" cy="749808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18104"/>
            <a:ext cx="82296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91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191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191256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Trip creation, lifecycle management, availability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319125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✅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68496"/>
            <a:ext cx="11247120" cy="749808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68496"/>
            <a:ext cx="82296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41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041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Driver 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041648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PWA, trip cards, MSDS viewer, dispatcher messaging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04164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✅ 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18888"/>
            <a:ext cx="11247120" cy="749808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18888"/>
            <a:ext cx="82296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892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Live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8920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GPS capture, Leaflet map, SSE stream, offline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48920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✅ Complete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69280"/>
            <a:ext cx="11247120" cy="749808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669280"/>
            <a:ext cx="82296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7424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Phase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742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Compliance &amp; POD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5742432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</a:rPr>
              <a:t>Inspections, HOS logging, e-signature, compliance 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57424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4D399"/>
                </a:solidFill>
              </a:rPr>
              <a:t>✅ 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Ready to Transform Your Fleet Operations?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B4C8"/>
                </a:solidFill>
              </a:rPr>
              <a:t>TruckFleet is already running — Phase 0 complete, Phase 1 in active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108960"/>
            <a:ext cx="3108960" cy="22860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108960"/>
            <a:ext cx="3108960" cy="82296"/>
          </a:xfrm>
          <a:prstGeom prst="rect">
            <a:avLst/>
          </a:prstGeom>
          <a:solidFill>
            <a:srgbClr val="265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73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65DD4"/>
                </a:solidFill>
              </a:rPr>
              <a:t>Demo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Request a live walkthrough of the current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3108960"/>
            <a:ext cx="3108960" cy="22860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108960"/>
            <a:ext cx="3108960" cy="822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273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490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Prioritise upcoming phases based on your operational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108960"/>
            <a:ext cx="3108960" cy="2286000"/>
          </a:xfrm>
          <a:prstGeom prst="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108960"/>
            <a:ext cx="3108960" cy="8229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3273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923C"/>
                </a:solidFill>
              </a:rPr>
              <a:t>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74903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Agree a delivery schedule for Phases 1–5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8B4C8"/>
                </a:solidFill>
              </a:rPr>
              <a:t>TruckFleet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